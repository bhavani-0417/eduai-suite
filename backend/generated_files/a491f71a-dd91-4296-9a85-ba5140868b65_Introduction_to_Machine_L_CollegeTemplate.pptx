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covers important aspects of Introduction to Machine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covers important aspects of Introduction to Machine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covers important aspects of Introduction to Machine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covers important aspects of Introduction to Machine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covers important aspects of Introduction to Machine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covers important aspects of Introduction to Machine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your attention.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EduAI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2E75B6"/>
                </a:solidFill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Arial"/>
              </a:rPr>
              <a:t>Introduction to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2E75B6"/>
                </a:solidFill>
                <a:latin typeface="Arial"/>
              </a:rPr>
              <a:t>Subject: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C8DCFF"/>
                </a:solidFill>
                <a:latin typeface="Arial"/>
              </a:rPr>
              <a:t>Presented by: Bhavani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4922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E75B6"/>
                </a:solidFill>
                <a:latin typeface="Arial"/>
              </a:rPr>
              <a:t>EduAI Suite  |  AI-Powered Academic Platform  |  1/1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  <a:latin typeface="Arial"/>
              </a:rPr>
              <a:t>  EduAI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8412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A5F"/>
                </a:solidFill>
                <a:latin typeface="Arial"/>
              </a:rPr>
              <a:t>Section 2: Introduction to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08760"/>
            <a:ext cx="841248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2E75B6"/>
                </a:solidFill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8412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700">
                <a:solidFill>
                  <a:srgbClr val="28283C"/>
                </a:solidFill>
                <a:latin typeface="Arial"/>
              </a:rPr>
              <a:t>  ▸  Key point 1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28283C"/>
                </a:solidFill>
                <a:latin typeface="Arial"/>
              </a:rPr>
              <a:t>  ▸  Key point 2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28283C"/>
                </a:solidFill>
                <a:latin typeface="Arial"/>
              </a:rPr>
              <a:t>  ▸  Key point 3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28283C"/>
                </a:solidFill>
                <a:latin typeface="Arial"/>
              </a:rPr>
              <a:t>  ▸  Key point 4</a:t>
            </a:r>
          </a:p>
        </p:txBody>
      </p:sp>
      <p:sp>
        <p:nvSpPr>
          <p:cNvPr id="6" name="TextBox 5"/>
          <p:cNvSpPr txBox="1"/>
          <p:nvPr/>
        </p:nvSpPr>
        <p:spPr>
          <a:xfrm rot="18900000"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E6FFFF"/>
                </a:solidFill>
              </a:rPr>
              <a:t>EduAI 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4922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E75B6"/>
                </a:solidFill>
                <a:latin typeface="Arial"/>
              </a:rPr>
              <a:t>EduAI Suite  |  AI-Powered Academic Platform  |  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  <a:latin typeface="Arial"/>
              </a:rPr>
              <a:t>  EduAI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8412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A5F"/>
                </a:solidFill>
                <a:latin typeface="Arial"/>
              </a:rPr>
              <a:t>Section 3: Introduction to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08760"/>
            <a:ext cx="841248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2E75B6"/>
                </a:solidFill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8412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700">
                <a:solidFill>
                  <a:srgbClr val="28283C"/>
                </a:solidFill>
                <a:latin typeface="Arial"/>
              </a:rPr>
              <a:t>  ▸  Key point 1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28283C"/>
                </a:solidFill>
                <a:latin typeface="Arial"/>
              </a:rPr>
              <a:t>  ▸  Key point 2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28283C"/>
                </a:solidFill>
                <a:latin typeface="Arial"/>
              </a:rPr>
              <a:t>  ▸  Key point 3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28283C"/>
                </a:solidFill>
                <a:latin typeface="Arial"/>
              </a:rPr>
              <a:t>  ▸  Key point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4922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E75B6"/>
                </a:solidFill>
                <a:latin typeface="Arial"/>
              </a:rPr>
              <a:t>EduAI Suite  |  AI-Powered Academic Platform  |  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  <a:latin typeface="Arial"/>
              </a:rPr>
              <a:t>  EduAI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8412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A5F"/>
                </a:solidFill>
                <a:latin typeface="Arial"/>
              </a:rPr>
              <a:t>Section 4: Introduction to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08760"/>
            <a:ext cx="841248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2E75B6"/>
                </a:solidFill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8412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700">
                <a:solidFill>
                  <a:srgbClr val="28283C"/>
                </a:solidFill>
                <a:latin typeface="Arial"/>
              </a:rPr>
              <a:t>  ▸  Key point 1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28283C"/>
                </a:solidFill>
                <a:latin typeface="Arial"/>
              </a:rPr>
              <a:t>  ▸  Key point 2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28283C"/>
                </a:solidFill>
                <a:latin typeface="Arial"/>
              </a:rPr>
              <a:t>  ▸  Key point 3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28283C"/>
                </a:solidFill>
                <a:latin typeface="Arial"/>
              </a:rPr>
              <a:t>  ▸  Key point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4922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E75B6"/>
                </a:solidFill>
                <a:latin typeface="Arial"/>
              </a:rPr>
              <a:t>EduAI Suite  |  AI-Powered Academic Platform  |  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  <a:latin typeface="Arial"/>
              </a:rPr>
              <a:t>  EduAI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8412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A5F"/>
                </a:solidFill>
                <a:latin typeface="Arial"/>
              </a:rPr>
              <a:t>Section 5: Introduction to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08760"/>
            <a:ext cx="841248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2E75B6"/>
                </a:solidFill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8412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700">
                <a:solidFill>
                  <a:srgbClr val="28283C"/>
                </a:solidFill>
                <a:latin typeface="Arial"/>
              </a:rPr>
              <a:t>  ▸  Key point 1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28283C"/>
                </a:solidFill>
                <a:latin typeface="Arial"/>
              </a:rPr>
              <a:t>  ▸  Key point 2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28283C"/>
                </a:solidFill>
                <a:latin typeface="Arial"/>
              </a:rPr>
              <a:t>  ▸  Key point 3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28283C"/>
                </a:solidFill>
                <a:latin typeface="Arial"/>
              </a:rPr>
              <a:t>  ▸  Key point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4922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E75B6"/>
                </a:solidFill>
                <a:latin typeface="Arial"/>
              </a:rPr>
              <a:t>EduAI Suite  |  AI-Powered Academic Platform  |  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  <a:latin typeface="Arial"/>
              </a:rPr>
              <a:t>  EduAI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8412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A5F"/>
                </a:solidFill>
                <a:latin typeface="Arial"/>
              </a:rPr>
              <a:t>Section 6: Introduction to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08760"/>
            <a:ext cx="841248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2E75B6"/>
                </a:solidFill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8412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700">
                <a:solidFill>
                  <a:srgbClr val="28283C"/>
                </a:solidFill>
                <a:latin typeface="Arial"/>
              </a:rPr>
              <a:t>  ▸  Key point 1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28283C"/>
                </a:solidFill>
                <a:latin typeface="Arial"/>
              </a:rPr>
              <a:t>  ▸  Key point 2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28283C"/>
                </a:solidFill>
                <a:latin typeface="Arial"/>
              </a:rPr>
              <a:t>  ▸  Key point 3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28283C"/>
                </a:solidFill>
                <a:latin typeface="Arial"/>
              </a:rPr>
              <a:t>  ▸  Key point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4922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E75B6"/>
                </a:solidFill>
                <a:latin typeface="Arial"/>
              </a:rPr>
              <a:t>EduAI Suite  |  AI-Powered Academic Platform  |  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  <a:latin typeface="Arial"/>
              </a:rPr>
              <a:t>  EduAI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8412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A5F"/>
                </a:solidFill>
                <a:latin typeface="Arial"/>
              </a:rPr>
              <a:t>Section 7: Introduction to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08760"/>
            <a:ext cx="841248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2E75B6"/>
                </a:solidFill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8412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700">
                <a:solidFill>
                  <a:srgbClr val="28283C"/>
                </a:solidFill>
                <a:latin typeface="Arial"/>
              </a:rPr>
              <a:t>  ▸  Key point 1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28283C"/>
                </a:solidFill>
                <a:latin typeface="Arial"/>
              </a:rPr>
              <a:t>  ▸  Key point 2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28283C"/>
                </a:solidFill>
                <a:latin typeface="Arial"/>
              </a:rPr>
              <a:t>  ▸  Key point 3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28283C"/>
                </a:solidFill>
                <a:latin typeface="Arial"/>
              </a:rPr>
              <a:t>  ▸  Key point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4922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E75B6"/>
                </a:solidFill>
                <a:latin typeface="Arial"/>
              </a:rPr>
              <a:t>EduAI Suite  |  AI-Powered Academic Platform  |  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  <a:latin typeface="Arial"/>
              </a:rPr>
              <a:t>  EduAI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8412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A5F"/>
                </a:solidFill>
                <a:latin typeface="Arial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08760"/>
            <a:ext cx="841248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2E75B6"/>
                </a:solidFill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8412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700">
                <a:solidFill>
                  <a:srgbClr val="28283C"/>
                </a:solidFill>
                <a:latin typeface="Arial"/>
              </a:rPr>
              <a:t>  ▸  Summary of key points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28283C"/>
                </a:solidFill>
                <a:latin typeface="Arial"/>
              </a:rPr>
              <a:t>  ▸  Future scope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28283C"/>
                </a:solidFill>
                <a:latin typeface="Arial"/>
              </a:rPr>
              <a:t>  ▸  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4922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E75B6"/>
                </a:solidFill>
                <a:latin typeface="Arial"/>
              </a:rPr>
              <a:t>EduAI Suite  |  AI-Powered Academic Platform  |  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