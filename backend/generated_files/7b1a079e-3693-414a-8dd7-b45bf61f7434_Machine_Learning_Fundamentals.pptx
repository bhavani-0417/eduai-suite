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important aspects of Machine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Machine Learning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B8D4F0"/>
                </a:solidFill>
              </a:defRPr>
            </a:pPr>
            <a:r>
              <a:t>Machine Learning | Bhavani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2: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3: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4: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5: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6: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Section 7: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1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2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3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Key 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Summary of key points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Future scope</a:t>
            </a:r>
          </a:p>
          <a:p>
            <a:pPr>
              <a:spcBef>
                <a:spcPts val="600"/>
              </a:spcBef>
              <a:defRPr sz="1800">
                <a:solidFill>
                  <a:srgbClr val="2C3E50"/>
                </a:solidFill>
              </a:defRPr>
            </a:pPr>
            <a:r>
              <a:t>•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5B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