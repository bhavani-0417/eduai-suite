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ML &amp;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ML &amp;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B8D4F0"/>
                </a:solidFill>
              </a:defRPr>
            </a:pPr>
            <a:r>
              <a:t>string | Bhavani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2: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3: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4: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5: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6: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7: ML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Summary of key points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Future scope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